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qingwang/.claude/skills/jfrog-brand-assets/assets/jfrog-logo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0325" y="274320"/>
            <a:ext cx="39845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2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找到你的實驗帳號</a:t>
            </a:r>
            <a:pPr algn="l" indent="0" marL="0">
              <a:buNone/>
            </a:pPr>
            <a:r>
              <a:rPr lang="en-US" sz="1800" b="1" dirty="0">
                <a:solidFill>
                  <a:srgbClr val="40B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Find Your Lab Account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868680"/>
            <a:ext cx="11064240" cy="0"/>
          </a:xfrm>
          <a:prstGeom prst="line">
            <a:avLst/>
          </a:prstGeom>
          <a:noFill/>
          <a:ln w="25400">
            <a:solidFill>
              <a:srgbClr val="40BE4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325880"/>
            <a:ext cx="6126480" cy="5257800"/>
          </a:xfrm>
          <a:prstGeom prst="roundRect">
            <a:avLst>
              <a:gd name="adj" fmla="val 1391"/>
            </a:avLst>
          </a:prstGeom>
          <a:solidFill>
            <a:srgbClr val="F4FAF5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41525" y="1435608"/>
            <a:ext cx="2573122" cy="109728"/>
          </a:xfrm>
          <a:prstGeom prst="roundRect">
            <a:avLst>
              <a:gd name="adj" fmla="val 50000"/>
            </a:avLst>
          </a:prstGeom>
          <a:solidFill>
            <a:srgbClr val="29B6F6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563624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B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講台螢幕 / Screen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897880" y="1783080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0C2D1A"/>
          </a:solidFill>
          <a:ln/>
        </p:spPr>
      </p:sp>
      <p:sp>
        <p:nvSpPr>
          <p:cNvPr id="9" name="Text 6"/>
          <p:cNvSpPr/>
          <p:nvPr/>
        </p:nvSpPr>
        <p:spPr>
          <a:xfrm>
            <a:off x="5897880" y="17830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講師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962177" y="2371954"/>
            <a:ext cx="704545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2177" y="2371954"/>
            <a:ext cx="70454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149858" y="270662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3" name="Text 10"/>
          <p:cNvSpPr/>
          <p:nvPr/>
        </p:nvSpPr>
        <p:spPr>
          <a:xfrm>
            <a:off x="1149858" y="270662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1341882" y="270662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5" name="Text 12"/>
          <p:cNvSpPr/>
          <p:nvPr/>
        </p:nvSpPr>
        <p:spPr>
          <a:xfrm>
            <a:off x="1341882" y="270662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2218106" y="2371954"/>
            <a:ext cx="1255928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8106" y="2371954"/>
            <a:ext cx="1255928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452878" y="270662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9" name="Text 16"/>
          <p:cNvSpPr/>
          <p:nvPr/>
        </p:nvSpPr>
        <p:spPr>
          <a:xfrm>
            <a:off x="2452878" y="270662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2644902" y="270662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21" name="Text 18"/>
          <p:cNvSpPr/>
          <p:nvPr/>
        </p:nvSpPr>
        <p:spPr>
          <a:xfrm>
            <a:off x="2644902" y="270662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2910078" y="270662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23" name="Text 20"/>
          <p:cNvSpPr/>
          <p:nvPr/>
        </p:nvSpPr>
        <p:spPr>
          <a:xfrm>
            <a:off x="2910078" y="270662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3102102" y="270662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25" name="Text 22"/>
          <p:cNvSpPr/>
          <p:nvPr/>
        </p:nvSpPr>
        <p:spPr>
          <a:xfrm>
            <a:off x="3102102" y="270662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4025417" y="2371954"/>
            <a:ext cx="704545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25417" y="2371954"/>
            <a:ext cx="70454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213098" y="270662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29" name="Text 26"/>
          <p:cNvSpPr/>
          <p:nvPr/>
        </p:nvSpPr>
        <p:spPr>
          <a:xfrm>
            <a:off x="4213098" y="270662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4405122" y="270662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31" name="Text 28"/>
          <p:cNvSpPr/>
          <p:nvPr/>
        </p:nvSpPr>
        <p:spPr>
          <a:xfrm>
            <a:off x="4405122" y="270662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5281346" y="2371954"/>
            <a:ext cx="1255928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81346" y="2371954"/>
            <a:ext cx="1255928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516118" y="270662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35" name="Text 32"/>
          <p:cNvSpPr/>
          <p:nvPr/>
        </p:nvSpPr>
        <p:spPr>
          <a:xfrm>
            <a:off x="5516118" y="270662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5708142" y="270662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37" name="Text 34"/>
          <p:cNvSpPr/>
          <p:nvPr/>
        </p:nvSpPr>
        <p:spPr>
          <a:xfrm>
            <a:off x="5708142" y="270662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5973318" y="270662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39" name="Text 36"/>
          <p:cNvSpPr/>
          <p:nvPr/>
        </p:nvSpPr>
        <p:spPr>
          <a:xfrm>
            <a:off x="5973318" y="270662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6165342" y="270662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41" name="Text 38"/>
          <p:cNvSpPr/>
          <p:nvPr/>
        </p:nvSpPr>
        <p:spPr>
          <a:xfrm>
            <a:off x="6165342" y="270662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962177" y="3194914"/>
            <a:ext cx="704545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62177" y="3194914"/>
            <a:ext cx="70454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T5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1149858" y="352958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45" name="Text 42"/>
          <p:cNvSpPr/>
          <p:nvPr/>
        </p:nvSpPr>
        <p:spPr>
          <a:xfrm>
            <a:off x="1149858" y="352958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1341882" y="352958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47" name="Text 44"/>
          <p:cNvSpPr/>
          <p:nvPr/>
        </p:nvSpPr>
        <p:spPr>
          <a:xfrm>
            <a:off x="1341882" y="352958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48" name="Shape 45"/>
          <p:cNvSpPr/>
          <p:nvPr/>
        </p:nvSpPr>
        <p:spPr>
          <a:xfrm>
            <a:off x="2218106" y="3194914"/>
            <a:ext cx="1255928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218106" y="3194914"/>
            <a:ext cx="1255928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T6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452878" y="352958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51" name="Text 48"/>
          <p:cNvSpPr/>
          <p:nvPr/>
        </p:nvSpPr>
        <p:spPr>
          <a:xfrm>
            <a:off x="2452878" y="352958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52" name="Shape 49"/>
          <p:cNvSpPr/>
          <p:nvPr/>
        </p:nvSpPr>
        <p:spPr>
          <a:xfrm>
            <a:off x="2644902" y="352958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53" name="Text 50"/>
          <p:cNvSpPr/>
          <p:nvPr/>
        </p:nvSpPr>
        <p:spPr>
          <a:xfrm>
            <a:off x="2644902" y="352958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54" name="Shape 51"/>
          <p:cNvSpPr/>
          <p:nvPr/>
        </p:nvSpPr>
        <p:spPr>
          <a:xfrm>
            <a:off x="2910078" y="352958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55" name="Text 52"/>
          <p:cNvSpPr/>
          <p:nvPr/>
        </p:nvSpPr>
        <p:spPr>
          <a:xfrm>
            <a:off x="2910078" y="352958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" dirty="0"/>
          </a:p>
        </p:txBody>
      </p:sp>
      <p:sp>
        <p:nvSpPr>
          <p:cNvPr id="56" name="Shape 53"/>
          <p:cNvSpPr/>
          <p:nvPr/>
        </p:nvSpPr>
        <p:spPr>
          <a:xfrm>
            <a:off x="3102102" y="352958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57" name="Text 54"/>
          <p:cNvSpPr/>
          <p:nvPr/>
        </p:nvSpPr>
        <p:spPr>
          <a:xfrm>
            <a:off x="3102102" y="352958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00" dirty="0"/>
          </a:p>
        </p:txBody>
      </p:sp>
      <p:sp>
        <p:nvSpPr>
          <p:cNvPr id="58" name="Shape 55"/>
          <p:cNvSpPr/>
          <p:nvPr/>
        </p:nvSpPr>
        <p:spPr>
          <a:xfrm>
            <a:off x="4025417" y="3194914"/>
            <a:ext cx="704545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025417" y="3194914"/>
            <a:ext cx="70454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T7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4213098" y="352958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61" name="Text 58"/>
          <p:cNvSpPr/>
          <p:nvPr/>
        </p:nvSpPr>
        <p:spPr>
          <a:xfrm>
            <a:off x="4213098" y="352958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62" name="Shape 59"/>
          <p:cNvSpPr/>
          <p:nvPr/>
        </p:nvSpPr>
        <p:spPr>
          <a:xfrm>
            <a:off x="4405122" y="352958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63" name="Text 60"/>
          <p:cNvSpPr/>
          <p:nvPr/>
        </p:nvSpPr>
        <p:spPr>
          <a:xfrm>
            <a:off x="4405122" y="352958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64" name="Shape 61"/>
          <p:cNvSpPr/>
          <p:nvPr/>
        </p:nvSpPr>
        <p:spPr>
          <a:xfrm>
            <a:off x="5281346" y="3194914"/>
            <a:ext cx="1255928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281346" y="3194914"/>
            <a:ext cx="1255928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T8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5516118" y="352958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67" name="Text 64"/>
          <p:cNvSpPr/>
          <p:nvPr/>
        </p:nvSpPr>
        <p:spPr>
          <a:xfrm>
            <a:off x="5516118" y="352958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5708142" y="352958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69" name="Text 66"/>
          <p:cNvSpPr/>
          <p:nvPr/>
        </p:nvSpPr>
        <p:spPr>
          <a:xfrm>
            <a:off x="5708142" y="352958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70" name="Shape 67"/>
          <p:cNvSpPr/>
          <p:nvPr/>
        </p:nvSpPr>
        <p:spPr>
          <a:xfrm>
            <a:off x="5973318" y="352958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71" name="Text 68"/>
          <p:cNvSpPr/>
          <p:nvPr/>
        </p:nvSpPr>
        <p:spPr>
          <a:xfrm>
            <a:off x="5973318" y="352958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" dirty="0"/>
          </a:p>
        </p:txBody>
      </p:sp>
      <p:sp>
        <p:nvSpPr>
          <p:cNvPr id="72" name="Shape 69"/>
          <p:cNvSpPr/>
          <p:nvPr/>
        </p:nvSpPr>
        <p:spPr>
          <a:xfrm>
            <a:off x="6165342" y="352958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73" name="Text 70"/>
          <p:cNvSpPr/>
          <p:nvPr/>
        </p:nvSpPr>
        <p:spPr>
          <a:xfrm>
            <a:off x="6165342" y="352958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00" dirty="0"/>
          </a:p>
        </p:txBody>
      </p:sp>
      <p:sp>
        <p:nvSpPr>
          <p:cNvPr id="74" name="Shape 71"/>
          <p:cNvSpPr/>
          <p:nvPr/>
        </p:nvSpPr>
        <p:spPr>
          <a:xfrm>
            <a:off x="962177" y="4017874"/>
            <a:ext cx="704545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962177" y="4017874"/>
            <a:ext cx="70454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T9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1149858" y="43525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77" name="Text 74"/>
          <p:cNvSpPr/>
          <p:nvPr/>
        </p:nvSpPr>
        <p:spPr>
          <a:xfrm>
            <a:off x="1149858" y="435254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78" name="Shape 75"/>
          <p:cNvSpPr/>
          <p:nvPr/>
        </p:nvSpPr>
        <p:spPr>
          <a:xfrm>
            <a:off x="1341882" y="43525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79" name="Text 76"/>
          <p:cNvSpPr/>
          <p:nvPr/>
        </p:nvSpPr>
        <p:spPr>
          <a:xfrm>
            <a:off x="1341882" y="435254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80" name="Shape 77"/>
          <p:cNvSpPr/>
          <p:nvPr/>
        </p:nvSpPr>
        <p:spPr>
          <a:xfrm>
            <a:off x="2218106" y="4017874"/>
            <a:ext cx="1255928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218106" y="4017874"/>
            <a:ext cx="1255928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T10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2452878" y="43525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83" name="Text 80"/>
          <p:cNvSpPr/>
          <p:nvPr/>
        </p:nvSpPr>
        <p:spPr>
          <a:xfrm>
            <a:off x="2452878" y="435254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84" name="Shape 81"/>
          <p:cNvSpPr/>
          <p:nvPr/>
        </p:nvSpPr>
        <p:spPr>
          <a:xfrm>
            <a:off x="2644902" y="43525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85" name="Text 82"/>
          <p:cNvSpPr/>
          <p:nvPr/>
        </p:nvSpPr>
        <p:spPr>
          <a:xfrm>
            <a:off x="2644902" y="435254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86" name="Shape 83"/>
          <p:cNvSpPr/>
          <p:nvPr/>
        </p:nvSpPr>
        <p:spPr>
          <a:xfrm>
            <a:off x="2910078" y="43525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87" name="Text 84"/>
          <p:cNvSpPr/>
          <p:nvPr/>
        </p:nvSpPr>
        <p:spPr>
          <a:xfrm>
            <a:off x="2910078" y="435254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" dirty="0"/>
          </a:p>
        </p:txBody>
      </p:sp>
      <p:sp>
        <p:nvSpPr>
          <p:cNvPr id="88" name="Shape 85"/>
          <p:cNvSpPr/>
          <p:nvPr/>
        </p:nvSpPr>
        <p:spPr>
          <a:xfrm>
            <a:off x="3102102" y="43525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89" name="Text 86"/>
          <p:cNvSpPr/>
          <p:nvPr/>
        </p:nvSpPr>
        <p:spPr>
          <a:xfrm>
            <a:off x="3102102" y="435254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00" dirty="0"/>
          </a:p>
        </p:txBody>
      </p:sp>
      <p:sp>
        <p:nvSpPr>
          <p:cNvPr id="90" name="Shape 87"/>
          <p:cNvSpPr/>
          <p:nvPr/>
        </p:nvSpPr>
        <p:spPr>
          <a:xfrm>
            <a:off x="4025417" y="4017874"/>
            <a:ext cx="704545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025417" y="4017874"/>
            <a:ext cx="70454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T11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4213098" y="43525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93" name="Text 90"/>
          <p:cNvSpPr/>
          <p:nvPr/>
        </p:nvSpPr>
        <p:spPr>
          <a:xfrm>
            <a:off x="4213098" y="435254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94" name="Shape 91"/>
          <p:cNvSpPr/>
          <p:nvPr/>
        </p:nvSpPr>
        <p:spPr>
          <a:xfrm>
            <a:off x="4405122" y="43525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95" name="Text 92"/>
          <p:cNvSpPr/>
          <p:nvPr/>
        </p:nvSpPr>
        <p:spPr>
          <a:xfrm>
            <a:off x="4405122" y="435254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96" name="Shape 93"/>
          <p:cNvSpPr/>
          <p:nvPr/>
        </p:nvSpPr>
        <p:spPr>
          <a:xfrm>
            <a:off x="5281346" y="4017874"/>
            <a:ext cx="1255928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281346" y="4017874"/>
            <a:ext cx="1255928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T12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5516118" y="43525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99" name="Text 96"/>
          <p:cNvSpPr/>
          <p:nvPr/>
        </p:nvSpPr>
        <p:spPr>
          <a:xfrm>
            <a:off x="5516118" y="435254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100" name="Shape 97"/>
          <p:cNvSpPr/>
          <p:nvPr/>
        </p:nvSpPr>
        <p:spPr>
          <a:xfrm>
            <a:off x="5708142" y="43525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01" name="Text 98"/>
          <p:cNvSpPr/>
          <p:nvPr/>
        </p:nvSpPr>
        <p:spPr>
          <a:xfrm>
            <a:off x="5708142" y="435254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102" name="Shape 99"/>
          <p:cNvSpPr/>
          <p:nvPr/>
        </p:nvSpPr>
        <p:spPr>
          <a:xfrm>
            <a:off x="5973318" y="43525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03" name="Text 100"/>
          <p:cNvSpPr/>
          <p:nvPr/>
        </p:nvSpPr>
        <p:spPr>
          <a:xfrm>
            <a:off x="5973318" y="435254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" dirty="0"/>
          </a:p>
        </p:txBody>
      </p:sp>
      <p:sp>
        <p:nvSpPr>
          <p:cNvPr id="104" name="Shape 101"/>
          <p:cNvSpPr/>
          <p:nvPr/>
        </p:nvSpPr>
        <p:spPr>
          <a:xfrm>
            <a:off x="6165342" y="435254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05" name="Text 102"/>
          <p:cNvSpPr/>
          <p:nvPr/>
        </p:nvSpPr>
        <p:spPr>
          <a:xfrm>
            <a:off x="6165342" y="435254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00" dirty="0"/>
          </a:p>
        </p:txBody>
      </p:sp>
      <p:sp>
        <p:nvSpPr>
          <p:cNvPr id="106" name="Shape 103"/>
          <p:cNvSpPr/>
          <p:nvPr/>
        </p:nvSpPr>
        <p:spPr>
          <a:xfrm>
            <a:off x="962177" y="4840834"/>
            <a:ext cx="704545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962177" y="4840834"/>
            <a:ext cx="70454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T13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1149858" y="517550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09" name="Text 106"/>
          <p:cNvSpPr/>
          <p:nvPr/>
        </p:nvSpPr>
        <p:spPr>
          <a:xfrm>
            <a:off x="1149858" y="517550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110" name="Shape 107"/>
          <p:cNvSpPr/>
          <p:nvPr/>
        </p:nvSpPr>
        <p:spPr>
          <a:xfrm>
            <a:off x="1341882" y="517550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11" name="Text 108"/>
          <p:cNvSpPr/>
          <p:nvPr/>
        </p:nvSpPr>
        <p:spPr>
          <a:xfrm>
            <a:off x="1341882" y="517550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112" name="Shape 109"/>
          <p:cNvSpPr/>
          <p:nvPr/>
        </p:nvSpPr>
        <p:spPr>
          <a:xfrm>
            <a:off x="2218106" y="4840834"/>
            <a:ext cx="1255928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2218106" y="4840834"/>
            <a:ext cx="1255928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T14</a:t>
            </a:r>
            <a:endParaRPr lang="en-US" sz="900" dirty="0"/>
          </a:p>
        </p:txBody>
      </p:sp>
      <p:sp>
        <p:nvSpPr>
          <p:cNvPr id="114" name="Shape 111"/>
          <p:cNvSpPr/>
          <p:nvPr/>
        </p:nvSpPr>
        <p:spPr>
          <a:xfrm>
            <a:off x="2452878" y="517550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15" name="Text 112"/>
          <p:cNvSpPr/>
          <p:nvPr/>
        </p:nvSpPr>
        <p:spPr>
          <a:xfrm>
            <a:off x="2452878" y="517550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116" name="Shape 113"/>
          <p:cNvSpPr/>
          <p:nvPr/>
        </p:nvSpPr>
        <p:spPr>
          <a:xfrm>
            <a:off x="2644902" y="517550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17" name="Text 114"/>
          <p:cNvSpPr/>
          <p:nvPr/>
        </p:nvSpPr>
        <p:spPr>
          <a:xfrm>
            <a:off x="2644902" y="517550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118" name="Shape 115"/>
          <p:cNvSpPr/>
          <p:nvPr/>
        </p:nvSpPr>
        <p:spPr>
          <a:xfrm>
            <a:off x="2910078" y="517550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19" name="Text 116"/>
          <p:cNvSpPr/>
          <p:nvPr/>
        </p:nvSpPr>
        <p:spPr>
          <a:xfrm>
            <a:off x="2910078" y="517550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" dirty="0"/>
          </a:p>
        </p:txBody>
      </p:sp>
      <p:sp>
        <p:nvSpPr>
          <p:cNvPr id="120" name="Shape 117"/>
          <p:cNvSpPr/>
          <p:nvPr/>
        </p:nvSpPr>
        <p:spPr>
          <a:xfrm>
            <a:off x="3102102" y="517550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21" name="Text 118"/>
          <p:cNvSpPr/>
          <p:nvPr/>
        </p:nvSpPr>
        <p:spPr>
          <a:xfrm>
            <a:off x="3102102" y="517550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00" dirty="0"/>
          </a:p>
        </p:txBody>
      </p:sp>
      <p:sp>
        <p:nvSpPr>
          <p:cNvPr id="122" name="Shape 119"/>
          <p:cNvSpPr/>
          <p:nvPr/>
        </p:nvSpPr>
        <p:spPr>
          <a:xfrm>
            <a:off x="4025417" y="4840834"/>
            <a:ext cx="704545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4025417" y="4840834"/>
            <a:ext cx="70454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T15</a:t>
            </a:r>
            <a:endParaRPr lang="en-US" sz="900" dirty="0"/>
          </a:p>
        </p:txBody>
      </p:sp>
      <p:sp>
        <p:nvSpPr>
          <p:cNvPr id="124" name="Shape 121"/>
          <p:cNvSpPr/>
          <p:nvPr/>
        </p:nvSpPr>
        <p:spPr>
          <a:xfrm>
            <a:off x="4213098" y="517550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25" name="Text 122"/>
          <p:cNvSpPr/>
          <p:nvPr/>
        </p:nvSpPr>
        <p:spPr>
          <a:xfrm>
            <a:off x="4213098" y="517550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126" name="Shape 123"/>
          <p:cNvSpPr/>
          <p:nvPr/>
        </p:nvSpPr>
        <p:spPr>
          <a:xfrm>
            <a:off x="4405122" y="517550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27" name="Text 124"/>
          <p:cNvSpPr/>
          <p:nvPr/>
        </p:nvSpPr>
        <p:spPr>
          <a:xfrm>
            <a:off x="4405122" y="517550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128" name="Shape 125"/>
          <p:cNvSpPr/>
          <p:nvPr/>
        </p:nvSpPr>
        <p:spPr>
          <a:xfrm>
            <a:off x="5281346" y="4840834"/>
            <a:ext cx="1255928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5281346" y="4840834"/>
            <a:ext cx="1255928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T16</a:t>
            </a:r>
            <a:endParaRPr lang="en-US" sz="900" dirty="0"/>
          </a:p>
        </p:txBody>
      </p:sp>
      <p:sp>
        <p:nvSpPr>
          <p:cNvPr id="130" name="Shape 127"/>
          <p:cNvSpPr/>
          <p:nvPr/>
        </p:nvSpPr>
        <p:spPr>
          <a:xfrm>
            <a:off x="5516118" y="517550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31" name="Text 128"/>
          <p:cNvSpPr/>
          <p:nvPr/>
        </p:nvSpPr>
        <p:spPr>
          <a:xfrm>
            <a:off x="5516118" y="517550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132" name="Shape 129"/>
          <p:cNvSpPr/>
          <p:nvPr/>
        </p:nvSpPr>
        <p:spPr>
          <a:xfrm>
            <a:off x="5708142" y="517550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33" name="Text 130"/>
          <p:cNvSpPr/>
          <p:nvPr/>
        </p:nvSpPr>
        <p:spPr>
          <a:xfrm>
            <a:off x="5708142" y="517550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134" name="Shape 131"/>
          <p:cNvSpPr/>
          <p:nvPr/>
        </p:nvSpPr>
        <p:spPr>
          <a:xfrm>
            <a:off x="5973318" y="517550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35" name="Text 132"/>
          <p:cNvSpPr/>
          <p:nvPr/>
        </p:nvSpPr>
        <p:spPr>
          <a:xfrm>
            <a:off x="5973318" y="517550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" dirty="0"/>
          </a:p>
        </p:txBody>
      </p:sp>
      <p:sp>
        <p:nvSpPr>
          <p:cNvPr id="136" name="Shape 133"/>
          <p:cNvSpPr/>
          <p:nvPr/>
        </p:nvSpPr>
        <p:spPr>
          <a:xfrm>
            <a:off x="6165342" y="517550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37" name="Text 134"/>
          <p:cNvSpPr/>
          <p:nvPr/>
        </p:nvSpPr>
        <p:spPr>
          <a:xfrm>
            <a:off x="6165342" y="517550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00" dirty="0"/>
          </a:p>
        </p:txBody>
      </p:sp>
      <p:sp>
        <p:nvSpPr>
          <p:cNvPr id="138" name="Shape 135"/>
          <p:cNvSpPr/>
          <p:nvPr/>
        </p:nvSpPr>
        <p:spPr>
          <a:xfrm>
            <a:off x="962177" y="5663794"/>
            <a:ext cx="704545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962177" y="5663794"/>
            <a:ext cx="70454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T17</a:t>
            </a:r>
            <a:endParaRPr lang="en-US" sz="900" dirty="0"/>
          </a:p>
        </p:txBody>
      </p:sp>
      <p:sp>
        <p:nvSpPr>
          <p:cNvPr id="140" name="Shape 137"/>
          <p:cNvSpPr/>
          <p:nvPr/>
        </p:nvSpPr>
        <p:spPr>
          <a:xfrm>
            <a:off x="1149858" y="59984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41" name="Text 138"/>
          <p:cNvSpPr/>
          <p:nvPr/>
        </p:nvSpPr>
        <p:spPr>
          <a:xfrm>
            <a:off x="1149858" y="599846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142" name="Shape 139"/>
          <p:cNvSpPr/>
          <p:nvPr/>
        </p:nvSpPr>
        <p:spPr>
          <a:xfrm>
            <a:off x="1341882" y="59984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43" name="Text 140"/>
          <p:cNvSpPr/>
          <p:nvPr/>
        </p:nvSpPr>
        <p:spPr>
          <a:xfrm>
            <a:off x="1341882" y="599846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144" name="Shape 141"/>
          <p:cNvSpPr/>
          <p:nvPr/>
        </p:nvSpPr>
        <p:spPr>
          <a:xfrm>
            <a:off x="2218106" y="5663794"/>
            <a:ext cx="1255928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2218106" y="5663794"/>
            <a:ext cx="1255928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T18</a:t>
            </a:r>
            <a:endParaRPr lang="en-US" sz="900" dirty="0"/>
          </a:p>
        </p:txBody>
      </p:sp>
      <p:sp>
        <p:nvSpPr>
          <p:cNvPr id="146" name="Shape 143"/>
          <p:cNvSpPr/>
          <p:nvPr/>
        </p:nvSpPr>
        <p:spPr>
          <a:xfrm>
            <a:off x="2452878" y="59984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47" name="Text 144"/>
          <p:cNvSpPr/>
          <p:nvPr/>
        </p:nvSpPr>
        <p:spPr>
          <a:xfrm>
            <a:off x="2452878" y="599846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148" name="Shape 145"/>
          <p:cNvSpPr/>
          <p:nvPr/>
        </p:nvSpPr>
        <p:spPr>
          <a:xfrm>
            <a:off x="2644902" y="59984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49" name="Text 146"/>
          <p:cNvSpPr/>
          <p:nvPr/>
        </p:nvSpPr>
        <p:spPr>
          <a:xfrm>
            <a:off x="2644902" y="599846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150" name="Shape 147"/>
          <p:cNvSpPr/>
          <p:nvPr/>
        </p:nvSpPr>
        <p:spPr>
          <a:xfrm>
            <a:off x="2910078" y="59984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51" name="Text 148"/>
          <p:cNvSpPr/>
          <p:nvPr/>
        </p:nvSpPr>
        <p:spPr>
          <a:xfrm>
            <a:off x="2910078" y="599846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" dirty="0"/>
          </a:p>
        </p:txBody>
      </p:sp>
      <p:sp>
        <p:nvSpPr>
          <p:cNvPr id="152" name="Shape 149"/>
          <p:cNvSpPr/>
          <p:nvPr/>
        </p:nvSpPr>
        <p:spPr>
          <a:xfrm>
            <a:off x="3102102" y="59984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53" name="Text 150"/>
          <p:cNvSpPr/>
          <p:nvPr/>
        </p:nvSpPr>
        <p:spPr>
          <a:xfrm>
            <a:off x="3102102" y="599846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00" dirty="0"/>
          </a:p>
        </p:txBody>
      </p:sp>
      <p:sp>
        <p:nvSpPr>
          <p:cNvPr id="154" name="Shape 151"/>
          <p:cNvSpPr/>
          <p:nvPr/>
        </p:nvSpPr>
        <p:spPr>
          <a:xfrm>
            <a:off x="4025417" y="5663794"/>
            <a:ext cx="704545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4025417" y="5663794"/>
            <a:ext cx="70454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T19</a:t>
            </a:r>
            <a:endParaRPr lang="en-US" sz="900" dirty="0"/>
          </a:p>
        </p:txBody>
      </p:sp>
      <p:sp>
        <p:nvSpPr>
          <p:cNvPr id="156" name="Shape 153"/>
          <p:cNvSpPr/>
          <p:nvPr/>
        </p:nvSpPr>
        <p:spPr>
          <a:xfrm>
            <a:off x="4213098" y="59984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57" name="Text 154"/>
          <p:cNvSpPr/>
          <p:nvPr/>
        </p:nvSpPr>
        <p:spPr>
          <a:xfrm>
            <a:off x="4213098" y="599846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158" name="Shape 155"/>
          <p:cNvSpPr/>
          <p:nvPr/>
        </p:nvSpPr>
        <p:spPr>
          <a:xfrm>
            <a:off x="4405122" y="59984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59" name="Text 156"/>
          <p:cNvSpPr/>
          <p:nvPr/>
        </p:nvSpPr>
        <p:spPr>
          <a:xfrm>
            <a:off x="4405122" y="599846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160" name="Shape 157"/>
          <p:cNvSpPr/>
          <p:nvPr/>
        </p:nvSpPr>
        <p:spPr>
          <a:xfrm>
            <a:off x="5281346" y="5663794"/>
            <a:ext cx="1255928" cy="279806"/>
          </a:xfrm>
          <a:prstGeom prst="roundRect">
            <a:avLst>
              <a:gd name="adj" fmla="val 9804"/>
            </a:avLst>
          </a:prstGeom>
          <a:solidFill>
            <a:srgbClr val="FFC107"/>
          </a:solidFill>
          <a:ln w="9525">
            <a:solidFill>
              <a:srgbClr val="E0A800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5281346" y="5663794"/>
            <a:ext cx="1255928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4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T20</a:t>
            </a:r>
            <a:endParaRPr lang="en-US" sz="900" dirty="0"/>
          </a:p>
        </p:txBody>
      </p:sp>
      <p:sp>
        <p:nvSpPr>
          <p:cNvPr id="162" name="Shape 159"/>
          <p:cNvSpPr/>
          <p:nvPr/>
        </p:nvSpPr>
        <p:spPr>
          <a:xfrm>
            <a:off x="5516118" y="59984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63" name="Text 160"/>
          <p:cNvSpPr/>
          <p:nvPr/>
        </p:nvSpPr>
        <p:spPr>
          <a:xfrm>
            <a:off x="5516118" y="599846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" dirty="0"/>
          </a:p>
        </p:txBody>
      </p:sp>
      <p:sp>
        <p:nvSpPr>
          <p:cNvPr id="164" name="Shape 161"/>
          <p:cNvSpPr/>
          <p:nvPr/>
        </p:nvSpPr>
        <p:spPr>
          <a:xfrm>
            <a:off x="5708142" y="59984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65" name="Text 162"/>
          <p:cNvSpPr/>
          <p:nvPr/>
        </p:nvSpPr>
        <p:spPr>
          <a:xfrm>
            <a:off x="5708142" y="599846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" dirty="0"/>
          </a:p>
        </p:txBody>
      </p:sp>
      <p:sp>
        <p:nvSpPr>
          <p:cNvPr id="166" name="Shape 163"/>
          <p:cNvSpPr/>
          <p:nvPr/>
        </p:nvSpPr>
        <p:spPr>
          <a:xfrm>
            <a:off x="5973318" y="59984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67" name="Text 164"/>
          <p:cNvSpPr/>
          <p:nvPr/>
        </p:nvSpPr>
        <p:spPr>
          <a:xfrm>
            <a:off x="5973318" y="599846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" dirty="0"/>
          </a:p>
        </p:txBody>
      </p:sp>
      <p:sp>
        <p:nvSpPr>
          <p:cNvPr id="168" name="Shape 165"/>
          <p:cNvSpPr/>
          <p:nvPr/>
        </p:nvSpPr>
        <p:spPr>
          <a:xfrm>
            <a:off x="6165342" y="59984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9E9E9E"/>
          </a:solidFill>
          <a:ln/>
        </p:spPr>
      </p:sp>
      <p:sp>
        <p:nvSpPr>
          <p:cNvPr id="169" name="Text 166"/>
          <p:cNvSpPr/>
          <p:nvPr/>
        </p:nvSpPr>
        <p:spPr>
          <a:xfrm>
            <a:off x="6165342" y="5998464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00" dirty="0"/>
          </a:p>
        </p:txBody>
      </p:sp>
      <p:sp>
        <p:nvSpPr>
          <p:cNvPr id="170" name="Shape 167"/>
          <p:cNvSpPr/>
          <p:nvPr/>
        </p:nvSpPr>
        <p:spPr>
          <a:xfrm>
            <a:off x="2141525" y="6419088"/>
            <a:ext cx="1592885" cy="73152"/>
          </a:xfrm>
          <a:prstGeom prst="roundRect">
            <a:avLst>
              <a:gd name="adj" fmla="val 50000"/>
            </a:avLst>
          </a:prstGeom>
          <a:solidFill>
            <a:srgbClr val="40BE46"/>
          </a:solidFill>
          <a:ln/>
        </p:spPr>
      </p:sp>
      <p:sp>
        <p:nvSpPr>
          <p:cNvPr id="171" name="Text 168"/>
          <p:cNvSpPr/>
          <p:nvPr/>
        </p:nvSpPr>
        <p:spPr>
          <a:xfrm>
            <a:off x="548640" y="64922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6B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= 1 個座位　2人桌: S1–S2　4人桌: S1–S4</a:t>
            </a:r>
            <a:endParaRPr lang="en-US" sz="800" dirty="0"/>
          </a:p>
        </p:txBody>
      </p:sp>
      <p:sp>
        <p:nvSpPr>
          <p:cNvPr id="172" name="Shape 169"/>
          <p:cNvSpPr/>
          <p:nvPr/>
        </p:nvSpPr>
        <p:spPr>
          <a:xfrm>
            <a:off x="7040880" y="1325880"/>
            <a:ext cx="4572000" cy="2697480"/>
          </a:xfrm>
          <a:prstGeom prst="roundRect">
            <a:avLst>
              <a:gd name="adj" fmla="val 3390"/>
            </a:avLst>
          </a:prstGeom>
          <a:solidFill>
            <a:srgbClr val="EAF7EB"/>
          </a:solidFill>
          <a:ln w="12700">
            <a:solidFill>
              <a:srgbClr val="40BE46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726948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D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三步找到你的帳號</a:t>
            </a:r>
            <a:endParaRPr lang="en-US" sz="1500" dirty="0"/>
          </a:p>
        </p:txBody>
      </p:sp>
      <p:sp>
        <p:nvSpPr>
          <p:cNvPr id="174" name="Shape 171"/>
          <p:cNvSpPr/>
          <p:nvPr/>
        </p:nvSpPr>
        <p:spPr>
          <a:xfrm>
            <a:off x="7296912" y="1892808"/>
            <a:ext cx="310896" cy="310896"/>
          </a:xfrm>
          <a:prstGeom prst="ellipse">
            <a:avLst/>
          </a:prstGeom>
          <a:solidFill>
            <a:srgbClr val="40BE46"/>
          </a:solidFill>
          <a:ln/>
        </p:spPr>
      </p:sp>
      <p:sp>
        <p:nvSpPr>
          <p:cNvPr id="175" name="Text 172"/>
          <p:cNvSpPr/>
          <p:nvPr/>
        </p:nvSpPr>
        <p:spPr>
          <a:xfrm>
            <a:off x="7296912" y="1892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76" name="Text 173"/>
          <p:cNvSpPr/>
          <p:nvPr/>
        </p:nvSpPr>
        <p:spPr>
          <a:xfrm>
            <a:off x="7726680" y="1837944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在座位圖上找到你的桌號  T1 – T20</a:t>
            </a:r>
            <a:endParaRPr lang="en-US" sz="1200" dirty="0"/>
          </a:p>
        </p:txBody>
      </p:sp>
      <p:sp>
        <p:nvSpPr>
          <p:cNvPr id="177" name="Shape 174"/>
          <p:cNvSpPr/>
          <p:nvPr/>
        </p:nvSpPr>
        <p:spPr>
          <a:xfrm>
            <a:off x="7296912" y="2496312"/>
            <a:ext cx="310896" cy="310896"/>
          </a:xfrm>
          <a:prstGeom prst="ellipse">
            <a:avLst/>
          </a:prstGeom>
          <a:solidFill>
            <a:srgbClr val="40BE46"/>
          </a:solidFill>
          <a:ln/>
        </p:spPr>
      </p:sp>
      <p:sp>
        <p:nvSpPr>
          <p:cNvPr id="178" name="Text 175"/>
          <p:cNvSpPr/>
          <p:nvPr/>
        </p:nvSpPr>
        <p:spPr>
          <a:xfrm>
            <a:off x="7296912" y="2496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79" name="Text 176"/>
          <p:cNvSpPr/>
          <p:nvPr/>
        </p:nvSpPr>
        <p:spPr>
          <a:xfrm>
            <a:off x="7726680" y="2441448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看桌上標牌確認座位號  S1 / S2 …</a:t>
            </a:r>
            <a:endParaRPr lang="en-US" sz="1200" dirty="0"/>
          </a:p>
        </p:txBody>
      </p:sp>
      <p:sp>
        <p:nvSpPr>
          <p:cNvPr id="180" name="Shape 177"/>
          <p:cNvSpPr/>
          <p:nvPr/>
        </p:nvSpPr>
        <p:spPr>
          <a:xfrm>
            <a:off x="7296912" y="3099816"/>
            <a:ext cx="310896" cy="310896"/>
          </a:xfrm>
          <a:prstGeom prst="ellipse">
            <a:avLst/>
          </a:prstGeom>
          <a:solidFill>
            <a:srgbClr val="40BE46"/>
          </a:solidFill>
          <a:ln/>
        </p:spPr>
      </p:sp>
      <p:sp>
        <p:nvSpPr>
          <p:cNvPr id="181" name="Text 178"/>
          <p:cNvSpPr/>
          <p:nvPr/>
        </p:nvSpPr>
        <p:spPr>
          <a:xfrm>
            <a:off x="7296912" y="3099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82" name="Text 179"/>
          <p:cNvSpPr/>
          <p:nvPr/>
        </p:nvSpPr>
        <p:spPr>
          <a:xfrm>
            <a:off x="7726680" y="3044952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帳號 = labuser-t〈桌號〉-s〈座位號〉</a:t>
            </a:r>
            <a:endParaRPr lang="en-US" sz="1200" dirty="0"/>
          </a:p>
        </p:txBody>
      </p:sp>
      <p:sp>
        <p:nvSpPr>
          <p:cNvPr id="183" name="Text 180"/>
          <p:cNvSpPr/>
          <p:nvPr/>
        </p:nvSpPr>
        <p:spPr>
          <a:xfrm>
            <a:off x="7269480" y="358444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A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範例：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坐在 4 號桌、3 號座 → </a:t>
            </a:r>
            <a:pPr indent="0" marL="0">
              <a:buNone/>
            </a:pPr>
            <a:r>
              <a:rPr lang="en-US" sz="1200" b="1" dirty="0">
                <a:solidFill>
                  <a:srgbClr val="0C2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labuser-t4-s3</a:t>
            </a:r>
            <a:endParaRPr lang="en-US" sz="1200" dirty="0"/>
          </a:p>
        </p:txBody>
      </p:sp>
      <p:sp>
        <p:nvSpPr>
          <p:cNvPr id="184" name="Shape 181"/>
          <p:cNvSpPr/>
          <p:nvPr/>
        </p:nvSpPr>
        <p:spPr>
          <a:xfrm>
            <a:off x="7040880" y="4206240"/>
            <a:ext cx="4572000" cy="1874520"/>
          </a:xfrm>
          <a:prstGeom prst="roundRect">
            <a:avLst>
              <a:gd name="adj" fmla="val 4878"/>
            </a:avLst>
          </a:prstGeom>
          <a:solidFill>
            <a:srgbClr val="0C2D1A"/>
          </a:solidFill>
          <a:ln/>
        </p:spPr>
      </p:sp>
      <p:pic>
        <p:nvPicPr>
          <p:cNvPr id="185" name="Image 1" descr="/Users/qingwang/.claude/skills/jfrog-brand-assets/assets/icon-artifac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4361688"/>
            <a:ext cx="292608" cy="292608"/>
          </a:xfrm>
          <a:prstGeom prst="rect">
            <a:avLst/>
          </a:prstGeom>
        </p:spPr>
      </p:pic>
      <p:sp>
        <p:nvSpPr>
          <p:cNvPr id="186" name="Text 182"/>
          <p:cNvSpPr/>
          <p:nvPr/>
        </p:nvSpPr>
        <p:spPr>
          <a:xfrm>
            <a:off x="7635240" y="434340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B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登入資訊 Login</a:t>
            </a:r>
            <a:endParaRPr lang="en-US" sz="1400" dirty="0"/>
          </a:p>
        </p:txBody>
      </p:sp>
      <p:sp>
        <p:nvSpPr>
          <p:cNvPr id="187" name="Text 183"/>
          <p:cNvSpPr/>
          <p:nvPr/>
        </p:nvSpPr>
        <p:spPr>
          <a:xfrm>
            <a:off x="7269480" y="48188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平台網址</a:t>
            </a:r>
            <a:endParaRPr lang="en-US" sz="1100" dirty="0"/>
          </a:p>
        </p:txBody>
      </p:sp>
      <p:sp>
        <p:nvSpPr>
          <p:cNvPr id="188" name="Text 184"/>
          <p:cNvSpPr/>
          <p:nvPr/>
        </p:nvSpPr>
        <p:spPr>
          <a:xfrm>
            <a:off x="8595360" y="4818888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〈workshop 平台網址〉</a:t>
            </a:r>
            <a:endParaRPr lang="en-US" sz="1200" dirty="0"/>
          </a:p>
        </p:txBody>
      </p:sp>
      <p:sp>
        <p:nvSpPr>
          <p:cNvPr id="189" name="Text 185"/>
          <p:cNvSpPr/>
          <p:nvPr/>
        </p:nvSpPr>
        <p:spPr>
          <a:xfrm>
            <a:off x="7269480" y="52029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帳號</a:t>
            </a:r>
            <a:endParaRPr lang="en-US" sz="1100" dirty="0"/>
          </a:p>
        </p:txBody>
      </p:sp>
      <p:sp>
        <p:nvSpPr>
          <p:cNvPr id="190" name="Text 186"/>
          <p:cNvSpPr/>
          <p:nvPr/>
        </p:nvSpPr>
        <p:spPr>
          <a:xfrm>
            <a:off x="8595360" y="5202936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labuser-t〈桌號〉-s〈座位號〉</a:t>
            </a:r>
            <a:endParaRPr lang="en-US" sz="1200" dirty="0"/>
          </a:p>
        </p:txBody>
      </p:sp>
      <p:sp>
        <p:nvSpPr>
          <p:cNvPr id="191" name="Text 187"/>
          <p:cNvSpPr/>
          <p:nvPr/>
        </p:nvSpPr>
        <p:spPr>
          <a:xfrm>
            <a:off x="7269480" y="55869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密碼（統一）</a:t>
            </a:r>
            <a:endParaRPr lang="en-US" sz="1100" dirty="0"/>
          </a:p>
        </p:txBody>
      </p:sp>
      <p:sp>
        <p:nvSpPr>
          <p:cNvPr id="192" name="Text 188"/>
          <p:cNvSpPr/>
          <p:nvPr/>
        </p:nvSpPr>
        <p:spPr>
          <a:xfrm>
            <a:off x="8595360" y="5586984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L@buser0</a:t>
            </a:r>
            <a:endParaRPr lang="en-US" sz="1200" dirty="0"/>
          </a:p>
        </p:txBody>
      </p:sp>
      <p:sp>
        <p:nvSpPr>
          <p:cNvPr id="193" name="Text 189"/>
          <p:cNvSpPr/>
          <p:nvPr/>
        </p:nvSpPr>
        <p:spPr>
          <a:xfrm>
            <a:off x="704088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F6B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登入後請勿修改密碼；如無法登入請聯絡講師。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2026-06-14T08:49:34Z</dcterms:created>
  <dcterms:modified xsi:type="dcterms:W3CDTF">2026-06-14T08:49:34Z</dcterms:modified>
</cp:coreProperties>
</file>